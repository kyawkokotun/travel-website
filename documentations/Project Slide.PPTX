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3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AC41-7559-4F23-85AB-9128CF1BCAD6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48EB-170B-4E84-805A-B436A2837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127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AC41-7559-4F23-85AB-9128CF1BCAD6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48EB-170B-4E84-805A-B436A2837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37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AC41-7559-4F23-85AB-9128CF1BCAD6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48EB-170B-4E84-805A-B436A2837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736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AC41-7559-4F23-85AB-9128CF1BCAD6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48EB-170B-4E84-805A-B436A2837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99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AC41-7559-4F23-85AB-9128CF1BCAD6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48EB-170B-4E84-805A-B436A2837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87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AC41-7559-4F23-85AB-9128CF1BCAD6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48EB-170B-4E84-805A-B436A2837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28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AC41-7559-4F23-85AB-9128CF1BCAD6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48EB-170B-4E84-805A-B436A2837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299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AC41-7559-4F23-85AB-9128CF1BCAD6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48EB-170B-4E84-805A-B436A2837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062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AC41-7559-4F23-85AB-9128CF1BCAD6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48EB-170B-4E84-805A-B436A2837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655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AC41-7559-4F23-85AB-9128CF1BCAD6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48EB-170B-4E84-805A-B436A2837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4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AC41-7559-4F23-85AB-9128CF1BCAD6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48EB-170B-4E84-805A-B436A2837875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1464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AC41-7559-4F23-85AB-9128CF1BCAD6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48EB-170B-4E84-805A-B436A2837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44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AC41-7559-4F23-85AB-9128CF1BCAD6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48EB-170B-4E84-805A-B436A2837875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1523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AC41-7559-4F23-85AB-9128CF1BCAD6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48EB-170B-4E84-805A-B436A2837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053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AC41-7559-4F23-85AB-9128CF1BCAD6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48EB-170B-4E84-805A-B436A2837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6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BAC41-7559-4F23-85AB-9128CF1BCAD6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48EB-170B-4E84-805A-B436A2837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09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DBAC41-7559-4F23-85AB-9128CF1BCAD6}" type="datetimeFigureOut">
              <a:rPr lang="en-US" smtClean="0"/>
              <a:t>8/2/2023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A9148EB-170B-4E84-805A-B436A28378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971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www.marinedatascience.co/software/index.html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94C97-F571-4286-9C4E-9F4304C2E8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Travel Website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D88335-6537-4A53-943E-6784BA6D16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hobby web app built with python</a:t>
            </a:r>
          </a:p>
        </p:txBody>
      </p:sp>
    </p:spTree>
    <p:extLst>
      <p:ext uri="{BB962C8B-B14F-4D97-AF65-F5344CB8AC3E}">
        <p14:creationId xmlns:p14="http://schemas.microsoft.com/office/powerpoint/2010/main" val="1327490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50CA0-0BB1-4D50-91A5-FE3858C621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80E33-727C-4B57-8C5B-60CBA50323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Languages and Frameworks we use</a:t>
            </a:r>
          </a:p>
        </p:txBody>
      </p:sp>
    </p:spTree>
    <p:extLst>
      <p:ext uri="{BB962C8B-B14F-4D97-AF65-F5344CB8AC3E}">
        <p14:creationId xmlns:p14="http://schemas.microsoft.com/office/powerpoint/2010/main" val="3480701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7D8B52-2479-4013-8645-8212ADCFF75A}"/>
              </a:ext>
            </a:extLst>
          </p:cNvPr>
          <p:cNvSpPr txBox="1"/>
          <p:nvPr/>
        </p:nvSpPr>
        <p:spPr>
          <a:xfrm>
            <a:off x="1994095" y="1225648"/>
            <a:ext cx="735740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Backend</a:t>
            </a:r>
          </a:p>
          <a:p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dirty="0"/>
              <a:t>Flask Framework (Python)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MySQL Database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Frontend</a:t>
            </a:r>
          </a:p>
          <a:p>
            <a:endParaRPr lang="en-US" dirty="0">
              <a:solidFill>
                <a:schemeClr val="accent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dirty="0"/>
              <a:t>HTML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CSS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JavaScript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LeafMap</a:t>
            </a:r>
            <a:r>
              <a:rPr lang="en-US" dirty="0"/>
              <a:t> Library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MapQuest Library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BC50CF-49AE-4321-A6B7-B90064BDD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160206" y="1802424"/>
            <a:ext cx="904434" cy="9044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54A237-628A-4D93-BDAC-E3366CB8F6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781" y="1802424"/>
            <a:ext cx="904434" cy="9044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894B6F-387D-4CCA-9887-C9E470D75D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1566" y="3699075"/>
            <a:ext cx="904434" cy="9044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E81359-CBF3-4025-AB46-AB90F125D5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6339" y="3656748"/>
            <a:ext cx="1570892" cy="9790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2FBC4B-0ED2-47EA-AA1A-325DAE9562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579" y="4943061"/>
            <a:ext cx="904434" cy="90443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43B5C0F-BDF5-443D-973E-E834F1E87D3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749" y="4721486"/>
            <a:ext cx="1498505" cy="14985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5B500FC-D4F9-43A8-A183-EF5866639E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491" y="3764804"/>
            <a:ext cx="868680" cy="104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466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78700-070F-45A7-B9CC-BAB1C72045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FE63F5-C91C-4ABC-A21C-92FA185A3B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Features built in our web app</a:t>
            </a:r>
          </a:p>
        </p:txBody>
      </p:sp>
    </p:spTree>
    <p:extLst>
      <p:ext uri="{BB962C8B-B14F-4D97-AF65-F5344CB8AC3E}">
        <p14:creationId xmlns:p14="http://schemas.microsoft.com/office/powerpoint/2010/main" val="3494211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BB447-EC9F-4FA0-8085-78A1322CA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D8BA5-FE9C-41CB-8384-F0D964D03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project supports content management from admin panel. It will make the website much dynamic.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F27391-03F5-42B5-8AC5-15C37F9A7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96" y="3059723"/>
            <a:ext cx="7498081" cy="371387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4848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09B2A-E08B-45F8-BEC0-284E05290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3E0B2-04C6-4ADF-8DFD-AD65FE77D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Along with token based authentication, users will able to create accounts, login and logout. </a:t>
            </a:r>
            <a:r>
              <a:rPr lang="en-US" dirty="0">
                <a:solidFill>
                  <a:schemeClr val="accent2"/>
                </a:solidFill>
              </a:rPr>
              <a:t>We use </a:t>
            </a:r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SHA 256 hashing algorithm </a:t>
            </a:r>
            <a:r>
              <a:rPr lang="en-US" dirty="0">
                <a:solidFill>
                  <a:schemeClr val="accent2"/>
                </a:solidFill>
              </a:rPr>
              <a:t>to generate highly secured token for every user.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3BB9FF-62E1-4068-8E0F-0F448155C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42" y="3606801"/>
            <a:ext cx="8817252" cy="13208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89848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EBEC9-5865-4775-B2EF-53B9B7313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Authentication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D325B-DCD3-4B8C-A840-06B016391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below diagram to see how token authentication works in backend.</a:t>
            </a:r>
          </a:p>
          <a:p>
            <a:r>
              <a:rPr lang="en-US" dirty="0"/>
              <a:t>In our project, we use single server as authorization and resource server.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2ADBCA-9E4E-4F3E-9D6D-32066BB099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482" y="3108961"/>
            <a:ext cx="6653088" cy="351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123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8CD74-1B5E-4D77-8D44-374ABBC70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Hotel Bookings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83D54-E681-411A-A71A-0C0487D36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will able to submit hotel bookings! And booking data will be stored in MySQL along with other data.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AB9E4E-048C-4995-B01A-738E8C865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349" y="3005364"/>
            <a:ext cx="7750621" cy="376119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99142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13662-2C06-4A2D-B773-BB2FC9AD5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 Finding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5F4EA-9CCE-404B-A99B-E871277C9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We use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Dijkstra's algorithm.</a:t>
            </a:r>
          </a:p>
          <a:p>
            <a:r>
              <a:rPr lang="en-US" dirty="0" err="1">
                <a:solidFill>
                  <a:schemeClr val="tx1"/>
                </a:solidFill>
              </a:rPr>
              <a:t>LeafMap</a:t>
            </a:r>
            <a:r>
              <a:rPr lang="en-US" dirty="0">
                <a:solidFill>
                  <a:schemeClr val="tx1"/>
                </a:solidFill>
              </a:rPr>
              <a:t> and MapQuest are used as libraries for fetching map data.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11F45B-CFA2-4546-95CF-9C7C45C095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76" y="3211666"/>
            <a:ext cx="6189786" cy="342469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22170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8F66A-C059-4080-8B07-FFB180F722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Diagram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2CA606-6571-4E17-A342-AFE7F67781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Brief flow diagram of how our project works</a:t>
            </a:r>
          </a:p>
        </p:txBody>
      </p:sp>
    </p:spTree>
    <p:extLst>
      <p:ext uri="{BB962C8B-B14F-4D97-AF65-F5344CB8AC3E}">
        <p14:creationId xmlns:p14="http://schemas.microsoft.com/office/powerpoint/2010/main" val="2617826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AF4F30-88E5-4C71-B055-CDB068B35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1439" y="1019712"/>
            <a:ext cx="6388100" cy="5092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E700CA-2606-488A-A15D-E8116D83DD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71" y="1146321"/>
            <a:ext cx="1793826" cy="179382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A87106-C792-4CF9-A701-B746FDA9699F}"/>
              </a:ext>
            </a:extLst>
          </p:cNvPr>
          <p:cNvCxnSpPr/>
          <p:nvPr/>
        </p:nvCxnSpPr>
        <p:spPr>
          <a:xfrm>
            <a:off x="2592461" y="2082018"/>
            <a:ext cx="17685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05A2B24-A0DC-45CE-AB59-912BD90F416E}"/>
              </a:ext>
            </a:extLst>
          </p:cNvPr>
          <p:cNvSpPr txBox="1"/>
          <p:nvPr/>
        </p:nvSpPr>
        <p:spPr>
          <a:xfrm>
            <a:off x="970671" y="2940146"/>
            <a:ext cx="1308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Frontend</a:t>
            </a:r>
          </a:p>
        </p:txBody>
      </p:sp>
    </p:spTree>
    <p:extLst>
      <p:ext uri="{BB962C8B-B14F-4D97-AF65-F5344CB8AC3E}">
        <p14:creationId xmlns:p14="http://schemas.microsoft.com/office/powerpoint/2010/main" val="3477563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92B7F-8C5C-4AB6-82E6-A24FBB099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/>
          <a:lstStyle/>
          <a:p>
            <a:r>
              <a:rPr lang="en-US" dirty="0"/>
              <a:t>Database Model Relationships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446512-79B8-4269-9D4A-CDD0E08F71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How database models are interrelated each others</a:t>
            </a:r>
          </a:p>
        </p:txBody>
      </p:sp>
    </p:spTree>
    <p:extLst>
      <p:ext uri="{BB962C8B-B14F-4D97-AF65-F5344CB8AC3E}">
        <p14:creationId xmlns:p14="http://schemas.microsoft.com/office/powerpoint/2010/main" val="3762852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5BF64A-8539-4E72-AFCB-E24498466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31" y="14068"/>
            <a:ext cx="8862645" cy="643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508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05C4B-F742-4071-B047-71E17D4DA8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So Much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63006-C886-4A65-9394-581D9F4A84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Sincerely thanks for reviewing our project with attention.</a:t>
            </a:r>
          </a:p>
        </p:txBody>
      </p:sp>
    </p:spTree>
    <p:extLst>
      <p:ext uri="{BB962C8B-B14F-4D97-AF65-F5344CB8AC3E}">
        <p14:creationId xmlns:p14="http://schemas.microsoft.com/office/powerpoint/2010/main" val="210531936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48</TotalTime>
  <Words>198</Words>
  <Application>Microsoft Office PowerPoint</Application>
  <PresentationFormat>Widescreen</PresentationFormat>
  <Paragraphs>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Travel Website Project</vt:lpstr>
      <vt:lpstr>Technology Stack</vt:lpstr>
      <vt:lpstr>PowerPoint Presentation</vt:lpstr>
      <vt:lpstr>Features</vt:lpstr>
      <vt:lpstr>Content Management</vt:lpstr>
      <vt:lpstr>Authentication</vt:lpstr>
      <vt:lpstr>How Authentication Works</vt:lpstr>
      <vt:lpstr>Hotel Bookings</vt:lpstr>
      <vt:lpstr>Route Finding</vt:lpstr>
      <vt:lpstr>Project Diagram</vt:lpstr>
      <vt:lpstr>PowerPoint Presentation</vt:lpstr>
      <vt:lpstr>Database Model Relationships</vt:lpstr>
      <vt:lpstr>PowerPoint Presentation</vt:lpstr>
      <vt:lpstr>Thank You So Much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 Website Project</dc:title>
  <dc:creator>Kyaw Ko Ko Tun</dc:creator>
  <cp:lastModifiedBy>Kyaw Ko Ko Tun</cp:lastModifiedBy>
  <cp:revision>7</cp:revision>
  <dcterms:created xsi:type="dcterms:W3CDTF">2023-08-01T07:19:31Z</dcterms:created>
  <dcterms:modified xsi:type="dcterms:W3CDTF">2023-08-02T03:04:24Z</dcterms:modified>
</cp:coreProperties>
</file>